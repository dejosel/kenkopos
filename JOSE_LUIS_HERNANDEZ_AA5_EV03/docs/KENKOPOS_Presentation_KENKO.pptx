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Introducción breve: propósito de la presentación y público objetivo (gerencia KENKO).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valor para operaciones: velocidad de servicio y control de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coexistencia temporal y migración planeada a Laravel.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diferencias entre versiones v1 y v2 y por qué ambas existen.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evidencias con rutas y archivos clave del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Priorizar qué falta para convertirlo en POS productivo.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flujo: formulario → controlador → modelo → BD → redirección.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Indicar que producto es la tabla principal para el MVP 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Remarcar que estas HU están implementadas y documentadas en `docs/`.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Sugerir un diagrama de componentes para la siguiente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Ofrecer generar imágenes UML si lo desean (plantuml o draw.io).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impacto en operación y tiempos estimados por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Plantear roadmap y requisitos no funcionales (seguridad, backup).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Incluir estimaciones aproximadas y dependencias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Invitar a la gerencia a aprobar roadmap y recursos necesarios.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KENKOPOS — Presentación para KENKO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Resumen ejecutivo del módulo POS y catálogo de productos</a:t>
            </a:r>
          </a:p>
          <a:p>
            <a:pPr>
              <a:defRPr sz="1800"/>
            </a:pPr>
            <a:r>
              <a:t>• Estado actual del desarrollo (CRUD y POS visual)</a:t>
            </a:r>
          </a:p>
          <a:p>
            <a:pPr>
              <a:defRPr sz="1800"/>
            </a:pPr>
            <a:r>
              <a:t>• Siguientes pasos propuestos para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Digitalizar gestión de productos para restaurantes rápidos</a:t>
            </a:r>
          </a:p>
          <a:p>
            <a:pPr>
              <a:defRPr sz="1800"/>
            </a:pPr>
            <a:r>
              <a:t>• Proveer una pantalla POS para tomar comanda y cobrar</a:t>
            </a:r>
          </a:p>
          <a:p>
            <a:pPr>
              <a:defRPr sz="1800"/>
            </a:pPr>
            <a:r>
              <a:t>• Servir como base para escalar a sistema transaccional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repositorio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Stack PHP puro (v1): `app/`, `public/` — POS y CRUD operativo</a:t>
            </a:r>
          </a:p>
          <a:p>
            <a:pPr>
              <a:defRPr sz="1800"/>
            </a:pPr>
            <a:r>
              <a:t>• Stack Laravel (v2): `laravel-app/` — migración y mejoras</a:t>
            </a:r>
          </a:p>
          <a:p>
            <a:pPr>
              <a:defRPr sz="1800"/>
            </a:pPr>
            <a:r>
              <a:t>• Documentación y scripts SQL en `database/` y `docs/`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 usadas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Backend: PHP 8 (PDO) — MySQL con fallback SQLite</a:t>
            </a:r>
          </a:p>
          <a:p>
            <a:pPr>
              <a:defRPr sz="1800"/>
            </a:pPr>
            <a:r>
              <a:t>• Frontend: HTML5, Bootstrap 5, JavaScript (POS interactividad)</a:t>
            </a:r>
          </a:p>
          <a:p>
            <a:pPr>
              <a:defRPr sz="1800"/>
            </a:pPr>
            <a:r>
              <a:t>• Framework: Laravel 13 (migración), Eloquent y Blade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CRUD completo de productos (crear, listar, editar, eliminar)</a:t>
            </a:r>
          </a:p>
          <a:p>
            <a:pPr>
              <a:defRPr sz="1800"/>
            </a:pPr>
            <a:r>
              <a:t>• Interfaz POS interactiva (ticket en memoria, descuentos, impresión)</a:t>
            </a:r>
          </a:p>
          <a:p>
            <a:pPr>
              <a:defRPr sz="1800"/>
            </a:pPr>
            <a:r>
              <a:t>• Inicialización de BD y seeds automáticos (productos demo)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no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Persistencia de ventas/comandas en BD (orders, items)</a:t>
            </a:r>
          </a:p>
          <a:p>
            <a:pPr>
              <a:defRPr sz="1800"/>
            </a:pPr>
            <a:r>
              <a:t>• Gestión de inventarios, clientes y roles de usuario</a:t>
            </a:r>
          </a:p>
          <a:p>
            <a:pPr>
              <a:defRPr sz="1800"/>
            </a:pPr>
            <a:r>
              <a:t>• Reportes y cierre de caja automatizado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de Productos — Detalle técnico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Modelo: `app/Models/Product.php` (Prepared Statements PDO)</a:t>
            </a:r>
          </a:p>
          <a:p>
            <a:pPr>
              <a:defRPr sz="1800"/>
            </a:pPr>
            <a:r>
              <a:t>• Controlador: `app/Controllers/ProductController.php` (store, update, destroy)</a:t>
            </a:r>
          </a:p>
          <a:p>
            <a:pPr>
              <a:defRPr sz="1800"/>
            </a:pPr>
            <a:r>
              <a:t>• Vistas: `public/products/*.php` y equivalentes Blade en Laravel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Tablas MySQL detectadas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`products` (campos: product_id, name, sku, price, category, color, created_at)</a:t>
            </a:r>
          </a:p>
          <a:p>
            <a:pPr>
              <a:defRPr sz="1800"/>
            </a:pPr>
            <a:r>
              <a:t>• En Laravel: tablas auxiliares (`users`, `sessions`, `jobs`, `cache`)</a:t>
            </a:r>
          </a:p>
          <a:p>
            <a:pPr>
              <a:defRPr sz="1800"/>
            </a:pPr>
            <a:r>
              <a:t>• Scripts SQL: `database/kenkopos.sql`, `database/kenkopos_infinityfree.sql`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Historias de Usuario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HU-01 Registrar producto — Formulario y validación</a:t>
            </a:r>
          </a:p>
          <a:p>
            <a:pPr>
              <a:defRPr sz="1800"/>
            </a:pPr>
            <a:r>
              <a:t>• HU-02 Visualizar inventario — Listado y búsquedas</a:t>
            </a:r>
          </a:p>
          <a:p>
            <a:pPr>
              <a:defRPr sz="1800"/>
            </a:pPr>
            <a:r>
              <a:t>• HU-03 Editar / HU-04 Eliminar — Flujo y confirmaciones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MVC simplificado en PHP + patrón Singleton para BD</a:t>
            </a:r>
          </a:p>
          <a:p>
            <a:pPr>
              <a:defRPr sz="1800"/>
            </a:pPr>
            <a:r>
              <a:t>• Migración a Laravel con Eloquent (mejor mantenibilidad)</a:t>
            </a:r>
          </a:p>
          <a:p>
            <a:pPr>
              <a:defRPr sz="1800"/>
            </a:pPr>
            <a:r>
              <a:t>• Frontend POS desacoplado (JS) que consume catálogo en 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sugerido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Diagrama de Casos de Uso: Administrador CRUD, Cajero POS</a:t>
            </a:r>
          </a:p>
          <a:p>
            <a:pPr>
              <a:defRPr sz="1800"/>
            </a:pPr>
            <a:r>
              <a:t>• Diagrama de Clases: Database, Product, ProductController, Response</a:t>
            </a:r>
          </a:p>
          <a:p>
            <a:pPr>
              <a:defRPr sz="1800"/>
            </a:pPr>
            <a:r>
              <a:t>• Diagrama de Secuencia: Crear producto y flujo de venta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 futuras — Prioridad Alta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Unificar código en Laravel y alinear esquema (`category`, `color`)</a:t>
            </a:r>
          </a:p>
          <a:p>
            <a:pPr>
              <a:defRPr sz="1800"/>
            </a:pPr>
            <a:r>
              <a:t>• Persistir ventas: `orders`, `order_items`, `payments`, `tables`</a:t>
            </a:r>
          </a:p>
          <a:p>
            <a:pPr>
              <a:defRPr sz="1800"/>
            </a:pPr>
            <a:r>
              <a:t>• Implementar autenticación y roles (admin, cajero, mesero)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 futuras — Prioridad Media/Baja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Reportes y dashboards de ventas diarias y producto TOP</a:t>
            </a:r>
          </a:p>
          <a:p>
            <a:pPr>
              <a:defRPr sz="1800"/>
            </a:pPr>
            <a:r>
              <a:t>• Integración con impresoras térmicas y TPV físico</a:t>
            </a:r>
          </a:p>
          <a:p>
            <a:pPr>
              <a:defRPr sz="1800"/>
            </a:pPr>
            <a:r>
              <a:t>• APIs para integraciones con delivery y contabilidad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propuesto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Fase 1 (2-4 semanas): Consolidar Laravel + paridad funcional</a:t>
            </a:r>
          </a:p>
          <a:p>
            <a:pPr>
              <a:defRPr sz="1800"/>
            </a:pPr>
            <a:r>
              <a:t>• Fase 2 (4-6 semanas): Persistencia de ventas y roles</a:t>
            </a:r>
          </a:p>
          <a:p>
            <a:pPr>
              <a:defRPr sz="1800"/>
            </a:pPr>
            <a:r>
              <a:t>• Fase 3: Reportes, despliegue y hardening para producción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KenkoPOS ya tiene CRUD y POS visual operativo</a:t>
            </a:r>
          </a:p>
          <a:p>
            <a:pPr>
              <a:defRPr sz="1800"/>
            </a:pPr>
            <a:r>
              <a:t>• Sigue trabajo para convertirlo en POS transaccional completo</a:t>
            </a:r>
          </a:p>
          <a:p>
            <a:pPr>
              <a:defRPr sz="1800"/>
            </a:pPr>
            <a:r>
              <a:t>• Propuesta: comenzar migración completa a Laravel y persistencia ventas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